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Portfolio Health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400" b="0">
                <a:solidFill>
                  <a:srgbClr val="00C2A8"/>
                </a:solidFill>
              </a:defRPr>
            </a:pPr>
            <a:r>
              <a:t>Two AI agents that turn a confusing portfolio into clear, honest advice.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ACM Student Chapter Hackathon  · 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0F1B2D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6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Retail investors hold stocks across sectors but can't see the big picture.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Three questions nobody answers easily: How much did I really gain? How concentrated is my risk? What should I do about it?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Our answer: automate that reasoning with a two-agent AI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0F1B2D"/>
                </a:solidFill>
              </a:defRPr>
            </a:pPr>
            <a:r>
              <a:t>Solution: sequential agent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6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Agent 1 — Analyst: reads the CSV, runs math tools. Worth 27110.7 (+2180.4 / +8.75%), top sector Technology 53.71%. Facts only.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Agent 1b — Risk: flags HIGH risk (score 80/100), estimates tax, and adds health, rebalance, stress and harvest analysis. Rule-based, instant.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Agent 2 — Advisor: a free-tier LLM reasons over the findings and writes a 120-word plain-English summary with 1–2 actions. Offline rule engine as fallback.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Then: multi-turn Q&amp;A over the same findings ('why is my risk high?').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0F1B2D"/>
                </a:solidFill>
              </a:defRPr>
            </a:pPr>
            <a:r>
              <a:t>Live results on the sample portfolio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6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Value 27110.7 on cost 24930.3 → +2180.4 (+8.75%). 7 winners, 3 losers (worst: CLDW −11.1%).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Health 29.4/100 (Grade D) — Technology at 53.71% is the core problem (HHI 3207.72).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Rebalance plan frees ~5072.41 by trimming TCHX, CLDW, SEMI.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Stress: If Technology fell 20%, the portfolio would drop 10.74% to ~24198.6. Hypothetical.</a:t>
            </a:r>
          </a:p>
        </p:txBody>
      </p:sp>
      <p:pic>
        <p:nvPicPr>
          <p:cNvPr id="5" name="Picture 4" descr="_alloc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4023360" cy="19312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59436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 b="0">
                <a:solidFill>
                  <a:srgbClr val="5A5A5A"/>
                </a:solidFill>
              </a:defRPr>
            </a:pPr>
            <a:r>
              <a:t>Red ≥ 50% · Orange ≥ 30%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0F1B2D"/>
                </a:solidFill>
              </a:defRPr>
            </a:pPr>
            <a:r>
              <a:t>Creative features (beyond the brief)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6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Health score 0–100 + grade with penalty breakdown — one number anyone gets.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One-click rebalance plan — exact SELL quantities, BUY amounts (frees ~5072.41).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Growth projector + SIP goal planner — 'SIP for 100000 in 5 years?' answered live.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Stress-test lab — crash any sector by any % and see the damage.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Tax estimators — gains tax + tax-loss harvest pairs (CLDW offsets TCHX, saves ~77.4).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Report export + advice cache (repeat runs in ~0.2s) + full-screen mouse-driven TUI.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0F1B2D"/>
                </a:solidFill>
              </a:defRPr>
            </a:pPr>
            <a:r>
              <a:t>Scale: 10 → 200 holdings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6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Generator builds reproducible datasets (seeded): 200-holding portfolio ≈ 3.85M value.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Same pipeline, no code changes — CSV in, dashboard out.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Large portfolio correctly reads as diversified (top sector ≈ 12%) vs the concentrated sample.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200 holdings compute in well under 2 seconds (vectorized pandas).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0F1B2D"/>
                </a:solidFill>
              </a:defRPr>
            </a:pPr>
            <a:r>
              <a:t>Accuracy you can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6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Exact math: totals computed from unrounded values, reconciled to the cent on both datasets.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Sector percentages largest-remainder normalized — always sum to exactly 100.00%.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HHI concentration index from exact weights, not rounded ones.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Validation: friendly errors for missing columns, bad tickers, bad percentages.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Tested: tools + agents (LLM stubbed) + real mouse-click TUI tests — all green.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0F1B2D"/>
                </a:solidFill>
              </a:defRPr>
            </a:pPr>
            <a:r>
              <a:t>Interfaces for every judge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6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Full-screen TUI (Textual): sidebar, tables, What-If lab, live Q&amp;A chat, one-click export.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Classic Rich menu + plain CLI (--auto, --non-interactive, --question) for scripts.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./run.sh — one command from clone to dashboard, with or without an API key.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Markdown report in outputs/ — the whole analysis as a shareable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200" b="1">
                <a:solidFill>
                  <a:srgbClr val="0F1B2D"/>
                </a:solidFill>
              </a:defRPr>
            </a:pPr>
            <a:r>
              <a:t>Demo plan (3 minutes)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280160" cy="6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1. ./run.sh → dashboard: health gauge, red concentration bar, advice panel.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2. Rebalance view: exact trim/buy list. Stress lab: crash Technology 20%.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3. Ask: 'SIP for 100000 in 5 years?' → exact monthly number.</a:t>
            </a:r>
          </a:p>
          <a:p>
            <a:pPr>
              <a:spcAft>
                <a:spcPts val="1000"/>
              </a:spcAft>
              <a:defRPr sz="1900">
                <a:solidFill>
                  <a:srgbClr val="1A1A1A"/>
                </a:solidFill>
              </a:defRPr>
            </a:pPr>
            <a:r>
              <a:t>4. Export report → open outputs/*.md. Show --auto + cache speed on rerun.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400" b="0">
                <a:solidFill>
                  <a:srgbClr val="00C2A8"/>
                </a:solidFill>
              </a:defRPr>
            </a:pPr>
            <a:r>
              <a:t>Not financial advice. Educational demo on static sample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github.com/algospider/AGENTIC-AI  ·  ./run.sh to try it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